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Fluid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Isotonic fluids stay in the vessels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Potassium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Hypokalemia causes muscle weakness &lt; 3.5 mEq/L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